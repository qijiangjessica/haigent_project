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0" d="100"/>
          <a:sy n="140" d="100"/>
        </p:scale>
        <p:origin x="1518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34095" y="0"/>
            <a:ext cx="3657600" cy="2286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705295" y="5029200"/>
            <a:ext cx="5486400" cy="1828800"/>
          </a:xfrm>
          <a:prstGeom prst="rect">
            <a:avLst/>
          </a:prstGeom>
          <a:solidFill>
            <a:srgbClr val="075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</a:rPr>
              <a:t>Haigent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461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0EA5E9"/>
                </a:solidFill>
              </a:rPr>
              <a:t>AI-Powered HR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977639"/>
            <a:ext cx="64008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41148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93C5FD"/>
                </a:solidFill>
              </a:rPr>
              <a:t>Three AI Agents  |  ServiceNow  |  Salesforce Agentforce  |  Claude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943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748B"/>
                </a:solidFill>
              </a:rP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What is Haigent?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700">
                <a:solidFill>
                  <a:srgbClr val="1E293B"/>
                </a:solidFill>
              </a:rPr>
              <a:t>  ●  A modular HR platform powered by AI agents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700">
                <a:solidFill>
                  <a:srgbClr val="1E293B"/>
                </a:solidFill>
              </a:rPr>
              <a:t>  ●  Connects enterprise systems: ServiceNow + Salesforce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700">
                <a:solidFill>
                  <a:srgbClr val="1E293B"/>
                </a:solidFill>
              </a:rPr>
              <a:t>  ●  Built with Next.js 15, TypeScript, Tailwind CSS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700">
                <a:solidFill>
                  <a:srgbClr val="1E293B"/>
                </a:solidFill>
              </a:rPr>
              <a:t>  ●  Three live AI agents replacing manual HR workflows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Architecture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1828800" cy="914400"/>
          </a:xfrm>
          <a:prstGeom prst="rect">
            <a:avLst/>
          </a:prstGeom>
          <a:solidFill>
            <a:srgbClr val="0EA5E9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2560320"/>
            <a:ext cx="1828800" cy="914400"/>
          </a:xfrm>
          <a:prstGeom prst="rect">
            <a:avLst/>
          </a:prstGeom>
          <a:solidFill>
            <a:srgbClr val="1E3A5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Haigent
(Next.js)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80" y="1554480"/>
            <a:ext cx="1828800" cy="914400"/>
          </a:xfrm>
          <a:prstGeom prst="rect">
            <a:avLst/>
          </a:prstGeom>
          <a:solidFill>
            <a:srgbClr val="7C3AE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Claude AI
(Anthropic)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0" y="3566160"/>
            <a:ext cx="1828800" cy="914400"/>
          </a:xfrm>
          <a:prstGeom prst="rect">
            <a:avLst/>
          </a:prstGeom>
          <a:solidFill>
            <a:srgbClr val="00A1E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Salesforce
Agentforce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1554480"/>
            <a:ext cx="1828800" cy="914400"/>
          </a:xfrm>
          <a:prstGeom prst="rect">
            <a:avLst/>
          </a:prstGeom>
          <a:solidFill>
            <a:srgbClr val="81B52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ServiceNow
Table 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3017520"/>
            <a:ext cx="36576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2194560"/>
            <a:ext cx="7315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60" y="3200400"/>
            <a:ext cx="731520" cy="36576"/>
          </a:xfrm>
          <a:prstGeom prst="rect">
            <a:avLst/>
          </a:prstGeom>
          <a:solidFill>
            <a:srgbClr val="00A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040880" y="2011680"/>
            <a:ext cx="1280160" cy="36576"/>
          </a:xfrm>
          <a:prstGeom prst="rect">
            <a:avLst/>
          </a:prstGeom>
          <a:solidFill>
            <a:srgbClr val="81B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4754880"/>
            <a:ext cx="1109441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  ●  User  →  Haigent (Next.js)  →  Claude AI (Anthropic) for Onboarding &amp; Benefits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  ●  User  →  Haigent (Next.js)  →  Salesforce Agentforce for Payroll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  ●  Claude AI  →  ServiceNow Table API (custom scoped app: x_1926120_employee)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Agent 1: Onboarding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0EA5E9"/>
                </a:solidFill>
              </a:rPr>
              <a:t>Powered by Claude AI + ServiceNow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1" y="1755648"/>
            <a:ext cx="6252038" cy="2720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700" dirty="0">
                <a:solidFill>
                  <a:srgbClr val="1E293B"/>
                </a:solidFill>
              </a:rPr>
              <a:t>  ●  Live dashboard of employee onboarding records from ServiceNow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700" dirty="0">
                <a:solidFill>
                  <a:srgbClr val="1E293B"/>
                </a:solidFill>
              </a:rPr>
              <a:t>  ●  Real-time status tracking: Pending → In Progress → Completed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700" dirty="0">
                <a:solidFill>
                  <a:srgbClr val="1E293B"/>
                </a:solidFill>
              </a:rPr>
              <a:t>  ●  AI chat with 5 tools: look up employee, update tasks, create IT tickets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700" dirty="0">
                <a:solidFill>
                  <a:srgbClr val="1E293B"/>
                </a:solidFill>
              </a:rPr>
              <a:t>  ●  Agentic loop: Claude reasons across multiple ServiceNow API calls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700" dirty="0">
                <a:solidFill>
                  <a:srgbClr val="1E293B"/>
                </a:solidFill>
              </a:rPr>
              <a:t>  ●  Custom ServiceNow scoped app (x_1926120_employee)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2599395-CDCB-6769-2C93-C91460104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0884" y="1765430"/>
            <a:ext cx="4744888" cy="36014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Agent 2: Benefits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0EA5E9"/>
                </a:solidFill>
              </a:rPr>
              <a:t>Powered by Claude AI + ServiceNow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55648"/>
            <a:ext cx="5455920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700" dirty="0">
                <a:solidFill>
                  <a:srgbClr val="1E293B"/>
                </a:solidFill>
              </a:rPr>
              <a:t>  ●  Dashboard showing all benefit plans and enrollment overview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700" dirty="0">
                <a:solidFill>
                  <a:srgbClr val="1E293B"/>
                </a:solidFill>
              </a:rPr>
              <a:t>  ●  AI assistant answers benefit questions using live ServiceNow data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700" dirty="0">
                <a:solidFill>
                  <a:srgbClr val="1E293B"/>
                </a:solidFill>
              </a:rPr>
              <a:t>  ●  Tools: get benefit types, check employee enrollment, enroll/update benefits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700" dirty="0">
                <a:solidFill>
                  <a:srgbClr val="1E293B"/>
                </a:solidFill>
              </a:rPr>
              <a:t>  ●  Same ServiceNow scoped app — separate </a:t>
            </a:r>
            <a:r>
              <a:rPr sz="1700" dirty="0" err="1">
                <a:solidFill>
                  <a:srgbClr val="1E293B"/>
                </a:solidFill>
              </a:rPr>
              <a:t>benefit_types</a:t>
            </a:r>
            <a:r>
              <a:rPr sz="1700" dirty="0">
                <a:solidFill>
                  <a:srgbClr val="1E293B"/>
                </a:solidFill>
              </a:rPr>
              <a:t> and enrollment tables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F7FC27-792D-9B8F-A510-ECE4F449A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703" y="1709928"/>
            <a:ext cx="5508290" cy="36667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Agent 3: Payroll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0EA5E9"/>
                </a:solidFill>
              </a:rPr>
              <a:t>Powered by Salesforce Agentforce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1" y="1755648"/>
            <a:ext cx="672971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700" dirty="0">
                <a:solidFill>
                  <a:srgbClr val="1E293B"/>
                </a:solidFill>
              </a:rPr>
              <a:t>  ●  Connected to Salesforce's native AI agent platform (</a:t>
            </a:r>
            <a:r>
              <a:rPr sz="1700" dirty="0" err="1">
                <a:solidFill>
                  <a:srgbClr val="1E293B"/>
                </a:solidFill>
              </a:rPr>
              <a:t>Agentforce</a:t>
            </a:r>
            <a:r>
              <a:rPr sz="1700" dirty="0">
                <a:solidFill>
                  <a:srgbClr val="1E293B"/>
                </a:solidFill>
              </a:rPr>
              <a:t>)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700" dirty="0">
                <a:solidFill>
                  <a:srgbClr val="1E293B"/>
                </a:solidFill>
              </a:rPr>
              <a:t>  ●  OAuth 2.0 server-to-server authentication (no user login required)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700" dirty="0">
                <a:solidFill>
                  <a:srgbClr val="1E293B"/>
                </a:solidFill>
              </a:rPr>
              <a:t>  ●  Full session lifecycle: start session → send messages → end session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700" dirty="0">
                <a:solidFill>
                  <a:srgbClr val="1E293B"/>
                </a:solidFill>
              </a:rPr>
              <a:t>  ●  </a:t>
            </a:r>
            <a:r>
              <a:rPr sz="1700" dirty="0" err="1">
                <a:solidFill>
                  <a:srgbClr val="1E293B"/>
                </a:solidFill>
              </a:rPr>
              <a:t>Haigent</a:t>
            </a:r>
            <a:r>
              <a:rPr sz="1700" dirty="0">
                <a:solidFill>
                  <a:srgbClr val="1E293B"/>
                </a:solidFill>
              </a:rPr>
              <a:t> acts as a proxy between the user and the </a:t>
            </a:r>
            <a:r>
              <a:rPr sz="1700" dirty="0" err="1">
                <a:solidFill>
                  <a:srgbClr val="1E293B"/>
                </a:solidFill>
              </a:rPr>
              <a:t>Agentforce</a:t>
            </a:r>
            <a:r>
              <a:rPr sz="1700" dirty="0">
                <a:solidFill>
                  <a:srgbClr val="1E293B"/>
                </a:solidFill>
              </a:rPr>
              <a:t> Agent API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C9673C-DF7A-5636-AD16-9256C547E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1206" y="1755648"/>
            <a:ext cx="3990699" cy="31518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ServiceNow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700">
                <a:solidFill>
                  <a:srgbClr val="1E293B"/>
                </a:solidFill>
              </a:rPr>
              <a:t>  ●  Built custom scoped app in ServiceNow Studio (IDE)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700">
                <a:solidFill>
                  <a:srgbClr val="1E293B"/>
                </a:solidFill>
              </a:rPr>
              <a:t>  ●  Scope: x_1926120_employee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700">
                <a:solidFill>
                  <a:srgbClr val="1E293B"/>
                </a:solidFill>
              </a:rPr>
              <a:t>  ●  3 custom tables: onboarding, benefit_types, benefit_enrollment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700">
                <a:solidFill>
                  <a:srgbClr val="1E293B"/>
                </a:solidFill>
              </a:rPr>
              <a:t>  ●  REST Table API with Basic Auth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700">
                <a:solidFill>
                  <a:srgbClr val="1E293B"/>
                </a:solidFill>
              </a:rPr>
              <a:t>  ●  Required config: web services access + scoped app roles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72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How the AI Agent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0EA5E9"/>
                </a:solidFill>
              </a:rPr>
              <a:t>Claude AI Tool-Use Pattern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737360"/>
            <a:ext cx="1737360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6517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1E293B"/>
                </a:solidFill>
              </a:rPr>
              <a:t>User sends message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5688" y="2148840"/>
            <a:ext cx="9144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167128" y="1737360"/>
            <a:ext cx="1737360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26517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1E293B"/>
                </a:solidFill>
              </a:rPr>
              <a:t>Claude decides which tool to call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22776" y="2148840"/>
            <a:ext cx="9144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014216" y="1737360"/>
            <a:ext cx="1737360" cy="822960"/>
          </a:xfrm>
          <a:prstGeom prst="rect">
            <a:avLst/>
          </a:prstGeom>
          <a:solidFill>
            <a:srgbClr val="81B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8496" y="26517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1E293B"/>
                </a:solidFill>
              </a:rPr>
              <a:t>Next.js executes tool → ServiceNow API 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9864" y="2148840"/>
            <a:ext cx="9144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61304" y="1737360"/>
            <a:ext cx="1737360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5584" y="26517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1E293B"/>
                </a:solidFill>
              </a:rPr>
              <a:t>Result returned to Claude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16952" y="2148840"/>
            <a:ext cx="9144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08392" y="1737360"/>
            <a:ext cx="173736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2672" y="26517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1E293B"/>
                </a:solidFill>
              </a:rPr>
              <a:t>Claude reasons, may call more tools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64040" y="2148840"/>
            <a:ext cx="9144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555480" y="1737360"/>
            <a:ext cx="1737360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Step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6517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1E293B"/>
                </a:solidFill>
              </a:rPr>
              <a:t>Claude returns final answer
(stop_reason = end_turn)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6692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i="1">
                <a:solidFill>
                  <a:srgbClr val="7C3AED"/>
                </a:solidFill>
              </a:rPr>
              <a:t>↺  Steps 2–5 repeat in an agentic loop until Claude decides the task is complete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600200"/>
            <a:ext cx="2103120" cy="457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057400"/>
            <a:ext cx="2103120" cy="1737360"/>
          </a:xfrm>
          <a:prstGeom prst="rect">
            <a:avLst/>
          </a:prstGeom>
          <a:solidFill>
            <a:srgbClr val="F0F9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E293B"/>
                </a:solidFill>
              </a:rPr>
              <a:t>Next.js 15  |  React 19
TypeScript  |  Tailwind CSS
shadcn/ui</a:t>
            </a:r>
          </a:p>
        </p:txBody>
      </p:sp>
      <p:sp>
        <p:nvSpPr>
          <p:cNvPr id="8" name="Rectangle 7"/>
          <p:cNvSpPr/>
          <p:nvPr/>
        </p:nvSpPr>
        <p:spPr>
          <a:xfrm>
            <a:off x="2587752" y="1600200"/>
            <a:ext cx="210312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AI Engine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2587752" y="2057400"/>
            <a:ext cx="2103120" cy="1737360"/>
          </a:xfrm>
          <a:prstGeom prst="rect">
            <a:avLst/>
          </a:prstGeom>
          <a:solidFill>
            <a:srgbClr val="F0F9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E293B"/>
                </a:solidFill>
              </a:rPr>
              <a:t>Anthropic Claude
(claude-sonnet-4-6)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55464" y="1600200"/>
            <a:ext cx="2103120" cy="457200"/>
          </a:xfrm>
          <a:prstGeom prst="rect">
            <a:avLst/>
          </a:prstGeom>
          <a:solidFill>
            <a:srgbClr val="00A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Enterprise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55464" y="2057400"/>
            <a:ext cx="2103120" cy="1737360"/>
          </a:xfrm>
          <a:prstGeom prst="rect">
            <a:avLst/>
          </a:prstGeom>
          <a:solidFill>
            <a:srgbClr val="F0F9FF"/>
          </a:solidFill>
          <a:ln w="12700">
            <a:solidFill>
              <a:srgbClr val="00A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E293B"/>
                </a:solidFill>
              </a:rPr>
              <a:t>Salesforce Agentforce
Agent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23176" y="1600200"/>
            <a:ext cx="2103120" cy="457200"/>
          </a:xfrm>
          <a:prstGeom prst="rect">
            <a:avLst/>
          </a:prstGeom>
          <a:solidFill>
            <a:srgbClr val="81B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HRIS Backend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23176" y="2057400"/>
            <a:ext cx="2103120" cy="1737360"/>
          </a:xfrm>
          <a:prstGeom prst="rect">
            <a:avLst/>
          </a:prstGeom>
          <a:solidFill>
            <a:srgbClr val="F0F9FF"/>
          </a:solidFill>
          <a:ln w="12700">
            <a:solidFill>
              <a:srgbClr val="81B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E293B"/>
                </a:solidFill>
              </a:rPr>
              <a:t>ServiceNow Table
REST API
Custom Scoped App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90888" y="1600200"/>
            <a:ext cx="2103120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Auth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90888" y="2057400"/>
            <a:ext cx="2103120" cy="1737360"/>
          </a:xfrm>
          <a:prstGeom prst="rect">
            <a:avLst/>
          </a:prstGeom>
          <a:solidFill>
            <a:srgbClr val="F0F9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E293B"/>
                </a:solidFill>
              </a:rPr>
              <a:t>OAuth 2.0 (Salesforce)
HTTP Basic Auth
(ServiceNow)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45720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709928"/>
            <a:ext cx="292608" cy="2926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3 live AI agents connecting real enterprise systems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78608"/>
            <a:ext cx="292608" cy="2926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End-to-end ServiceNow custom app: built, deployed, and integrated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447288"/>
            <a:ext cx="292608" cy="2926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324612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Claude AI agentic tool-use pattern for multi-step HR workflows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15968"/>
            <a:ext cx="292608" cy="2926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411480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Salesforce Agentforce integration with session management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184648"/>
            <a:ext cx="292608" cy="2926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498348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Modular architecture — easily extensible to new HR modules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581</Words>
  <Application>Microsoft Office PowerPoint</Application>
  <PresentationFormat>Widescreen</PresentationFormat>
  <Paragraphs>75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Qi Jiang</cp:lastModifiedBy>
  <cp:revision>2</cp:revision>
  <dcterms:created xsi:type="dcterms:W3CDTF">2013-01-27T09:14:16Z</dcterms:created>
  <dcterms:modified xsi:type="dcterms:W3CDTF">2026-02-25T18:31:09Z</dcterms:modified>
  <cp:category/>
</cp:coreProperties>
</file>